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C8C8"/>
    <a:srgbClr val="F4CC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00754-B906-4145-8F43-A473914E71B4}" type="datetimeFigureOut">
              <a:rPr lang="vi-VN" smtClean="0"/>
              <a:t>03/01/2026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C96E93-3E98-43CD-BF31-9F68309281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02678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96E93-3E98-43CD-BF31-9F6830928114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7887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E919A-CAB0-5332-2172-64A3E904C4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ỨNG DỤNG CÔNG NGHỆ ĐIỆN TOÁN ĐÁM MÂY TRONG HỌC TẬP VÀ GIÁO DỤC</a:t>
            </a:r>
            <a:endParaRPr lang="vi-VN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5E027-F092-7F97-B4F1-4488A290E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2102680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dẫn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Khấu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Văn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Nhựt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Sinh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Châu Tuyết Trân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DA23TTC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MSSV: 110122189</a:t>
            </a:r>
            <a:endParaRPr lang="vi-V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64BB5-F79B-0B10-6FA8-0316C2160354}"/>
              </a:ext>
            </a:extLst>
          </p:cNvPr>
          <p:cNvSpPr txBox="1"/>
          <p:nvPr/>
        </p:nvSpPr>
        <p:spPr>
          <a:xfrm>
            <a:off x="0" y="6416170"/>
            <a:ext cx="8191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Mail: chautuyettran1@gmail.com - SĐT: 0342218606</a:t>
            </a:r>
            <a:endParaRPr lang="vi-VN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122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105C-B145-DD2C-529D-1D25D8CD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dung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84EDA-993A-E11F-98D8-5B860D0C1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149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409DA-FFAF-6315-2C00-69631CA70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02D2A-50F5-C7D1-9B25-CBDE20271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Lý do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lựa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chọn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Trong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4.0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lan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tỏa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(Cloud Computing)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lĩnh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chóng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nâng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44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7775-4F43-2C79-25EE-1DC2059C3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9D248-007E-83AE-62B7-B597A363E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Phương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Thu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internet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website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so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phầm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những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Minh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dung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minh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phỏng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So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nhược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rộng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mật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báo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luận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66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F97B-EE0A-1A94-4FB7-D7D1151C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46542-4FF9-42FB-0F6B-2431BE3FD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lĩnh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272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83458-F5B8-D672-11C9-876873E4C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BA429-BC4D-16FB-6363-8C33FE553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Public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riêng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Private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lai – Hybrid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đồng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Communtity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Cloud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231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996B5-048C-0428-9B5E-69DCEE42A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57EEF-EEEF-BC29-31F3-0DB951C6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IaaS (Infrastructure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PaaS (Platform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SaaS (Software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015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98CFC-FADE-1C2C-47CD-D9771EBC0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2E4BE-E597-2793-E4EA-539429A7E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trưng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chóng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lường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355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8BFC7-3AE6-E6D3-BEA7-27E94D07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89462-4ABC-8E51-4706-3E76418A9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Lưu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Sinh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Học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Google Classroom, Microsoft Teams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tổ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chấm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trao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chỉnh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sửa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Quản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trường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dàng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đào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020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98ABF-E9E0-6DB4-C482-63256463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15423-B6F7-3AE9-85E6-63314B4A8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Vai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trò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	Vai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trò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rõ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blended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learning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đồng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tin.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72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2C2E-E862-A5F6-D466-FC2670CD9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84455-583C-7BAC-B66F-B05AB7F7B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Bao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mạng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Bao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Internet: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Là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tố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2889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774D9-4125-2165-7E5C-2476E1317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CB1DD-41BF-91B7-FE59-07DB8FE98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Nguyên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Internet.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gửi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bổ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xa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duyệt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web.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Nguyên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cứng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đặt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trì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510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2298D-3A45-522D-F085-23049C61E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40597-9123-166B-14BC-618F91BF0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4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Công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800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19F1B-53B6-14C5-BDEC-C6F760051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54DF3-615A-950C-B982-4812B3905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554941" cy="3450613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Classroom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Google Workspace for Education.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Sau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email.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B528C-05F4-E9D4-80AF-09EE7ED9B4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21" r="517" b="6909"/>
          <a:stretch>
            <a:fillRect/>
          </a:stretch>
        </p:blipFill>
        <p:spPr>
          <a:xfrm>
            <a:off x="6006520" y="2015732"/>
            <a:ext cx="5048333" cy="319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44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67F4-E9B0-9C4F-5CB2-22C6BD69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00EA8-1DD9-A97A-3041-C1EACF813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4546098" cy="3450613"/>
          </a:xfrm>
        </p:spPr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cuộc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tổ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Meet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Trong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chiếu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màn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âm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5CC04E-0489-B71A-2E5D-958AE3E46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15732"/>
            <a:ext cx="4958854" cy="305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170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6499C-5DB8-20EA-F6A5-25001DC0D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5EC0C-224F-4BFF-B143-C8019DCB0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678649" cy="3450613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Lưu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Drive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Sinh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xem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899EAE-B349-5F4F-0F0E-ECA0CAEF9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0228" y="2234145"/>
            <a:ext cx="4924626" cy="277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224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6F7CC-8543-6AB3-7F38-6D5C7C2A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DCB22-4DA9-E3F3-C71B-657E73EE5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4272962" cy="3450613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Workspace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bao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Google Docs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Google Sheets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biểu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Google Slides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4EAE99-A4A2-A986-07D4-57CA5FE24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542" y="2192712"/>
            <a:ext cx="5330313" cy="355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278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A8E6E-499A-6CF2-65E7-4318F7CB5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06F5-821E-DACA-14AF-45D4888B4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C612582-BF20-FF1B-39E1-967959EAD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087578"/>
              </p:ext>
            </p:extLst>
          </p:nvPr>
        </p:nvGraphicFramePr>
        <p:xfrm>
          <a:off x="1451579" y="2454180"/>
          <a:ext cx="9603274" cy="37153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4519">
                  <a:extLst>
                    <a:ext uri="{9D8B030D-6E8A-4147-A177-3AD203B41FA5}">
                      <a16:colId xmlns:a16="http://schemas.microsoft.com/office/drawing/2014/main" val="3791433547"/>
                    </a:ext>
                  </a:extLst>
                </a:gridCol>
                <a:gridCol w="8158755">
                  <a:extLst>
                    <a:ext uri="{9D8B030D-6E8A-4147-A177-3AD203B41FA5}">
                      <a16:colId xmlns:a16="http://schemas.microsoft.com/office/drawing/2014/main" val="122208944"/>
                    </a:ext>
                  </a:extLst>
                </a:gridCol>
              </a:tblGrid>
              <a:tr h="3598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Tiêu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chí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Nội dung đánh giá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120981059"/>
                  </a:ext>
                </a:extLst>
              </a:tr>
              <a:tr h="143646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Hiệu năng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Hệ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hoạt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ổn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định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nhanh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nối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Internet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Các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lớp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nộp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bài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thảo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tuyến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mượt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khả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vụ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đồng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dùng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3860853632"/>
                  </a:ext>
                </a:extLst>
              </a:tr>
              <a:tr h="190445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Ưu điểm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đầu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hạ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tầng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chủ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riêng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mọi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lúc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mọi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nơi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Hỗ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trợ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làm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việc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nhóm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chỉnh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sửa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tài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liệu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thân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Dữ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liệu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trữ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tự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3173380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8754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1BC5A-D0E2-B866-C6E3-18CF6ECB7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765191"/>
            <a:ext cx="9603275" cy="1049235"/>
          </a:xfrm>
        </p:spPr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6D09E61-395A-356A-34B1-6A5D37140A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665255"/>
              </p:ext>
            </p:extLst>
          </p:nvPr>
        </p:nvGraphicFramePr>
        <p:xfrm>
          <a:off x="1431914" y="1814426"/>
          <a:ext cx="9603274" cy="42806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4519">
                  <a:extLst>
                    <a:ext uri="{9D8B030D-6E8A-4147-A177-3AD203B41FA5}">
                      <a16:colId xmlns:a16="http://schemas.microsoft.com/office/drawing/2014/main" val="3106944504"/>
                    </a:ext>
                  </a:extLst>
                </a:gridCol>
                <a:gridCol w="8158755">
                  <a:extLst>
                    <a:ext uri="{9D8B030D-6E8A-4147-A177-3AD203B41FA5}">
                      <a16:colId xmlns:a16="http://schemas.microsoft.com/office/drawing/2014/main" val="732249443"/>
                    </a:ext>
                  </a:extLst>
                </a:gridCol>
              </a:tblGrid>
              <a:tr h="124599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Nhược điểm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thuộc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nối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Internet.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nguy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cơ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rủi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ro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mật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nếu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dùng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quản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lý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tài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khoản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Một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số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tính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nâng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yêu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gói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trả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thuộc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nhà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dịch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đám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mây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>
                    <a:solidFill>
                      <a:srgbClr val="FCC8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244790"/>
                  </a:ext>
                </a:extLst>
              </a:tr>
              <a:tr h="15099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 phí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Phiên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cơ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của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Google Workspace for Education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miễn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Chi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nâng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so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với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việc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xây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dựng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vận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hành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hệ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CNTT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truyền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Thanh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hình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giúp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ngân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sách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1903812006"/>
                  </a:ext>
                </a:extLst>
              </a:tr>
              <a:tr h="12425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Khả năng triển khai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triển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khai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trong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trường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yêu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kỹ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thuật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Phù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hợp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với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hình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đào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tuyến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hợp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đào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từ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xa.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mở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số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lượng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2391471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7725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F9F0C-E4E7-58DB-6717-A2095C0A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B47BD-D61D-9C66-B3B1-A1A2306EA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tin.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Nâng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Tuy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vẫn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Internet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2941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F1F4A-6A07-3F24-E5A1-7355DA86D0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93812" y="1591444"/>
            <a:ext cx="9604375" cy="1049337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Thanks for your listening</a:t>
            </a:r>
            <a:endParaRPr lang="vi-VN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4966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{C2553846-D0FB-4F78-8011-8E0B3E03E7A9}TFc986dd65-aaf0-4d5c-bef9-9c391ee05f7b5b9f8445-8c76c4990800</Template>
  <TotalTime>1641</TotalTime>
  <Words>1822</Words>
  <Application>Microsoft Office PowerPoint</Application>
  <PresentationFormat>Widescreen</PresentationFormat>
  <Paragraphs>99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Gill Sans MT</vt:lpstr>
      <vt:lpstr>Times New Roman</vt:lpstr>
      <vt:lpstr>Gallery</vt:lpstr>
      <vt:lpstr>ỨNG DỤNG CÔNG NGHỆ ĐIỆN TOÁN ĐÁM MÂY TRONG HỌC TẬP VÀ GIÁO DỤC</vt:lpstr>
      <vt:lpstr>Nội dung</vt:lpstr>
      <vt:lpstr>Giới thiệu</vt:lpstr>
      <vt:lpstr>Giới thiệu</vt:lpstr>
      <vt:lpstr>Tổng quan</vt:lpstr>
      <vt:lpstr>Tổng quan</vt:lpstr>
      <vt:lpstr>Tổng quan</vt:lpstr>
      <vt:lpstr>Tổng quan</vt:lpstr>
      <vt:lpstr>Tổng quan</vt:lpstr>
      <vt:lpstr>Nghiên cứu lý thuyết</vt:lpstr>
      <vt:lpstr>Nghiên cứu lý thuyết</vt:lpstr>
      <vt:lpstr>Nghiên cứu lý thuyết</vt:lpstr>
      <vt:lpstr>Nghiên cứu lý thuyết</vt:lpstr>
      <vt:lpstr>HIỆN THỰC HÓA NGHIÊN CỨU</vt:lpstr>
      <vt:lpstr>HIỆN THỰC HÓA NGHIÊN CỨU</vt:lpstr>
      <vt:lpstr>HIỆN THỰC HÓA NGHIÊN CỨU</vt:lpstr>
      <vt:lpstr>HIỆN THỰC HÓA NGHIÊN CỨU</vt:lpstr>
      <vt:lpstr>KẾT QUẢ NGHIÊN CỨU</vt:lpstr>
      <vt:lpstr>KẾT QUẢ NGHIÊN CỨU</vt:lpstr>
      <vt:lpstr>KẾT QUẢ NGHIÊN CỨU</vt:lpstr>
      <vt:lpstr>Thanks for your listening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45</cp:revision>
  <dcterms:created xsi:type="dcterms:W3CDTF">2026-01-03T12:56:27Z</dcterms:created>
  <dcterms:modified xsi:type="dcterms:W3CDTF">2026-01-04T16:17:53Z</dcterms:modified>
</cp:coreProperties>
</file>